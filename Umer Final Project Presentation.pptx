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7" r:id="rId7"/>
    <p:sldId id="261" r:id="rId8"/>
    <p:sldId id="262" r:id="rId9"/>
    <p:sldId id="263" r:id="rId10"/>
    <p:sldId id="266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7E55-8B46-FABD-7DB8-B1A6619C2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D0FD1-B0EB-341C-8EE9-4510234C0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40C7-93C7-45E0-E3D0-D31077AB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1A577-79BF-2FB8-9F7A-124BC1E9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CD511-53C2-CE66-FA39-3BB8DD6C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6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3045-4F50-4AC7-B330-4DB933B1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7368-3B33-F273-A03A-15CA52D15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FFE4-C1DD-C865-85FD-9CEBE2C8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13BBD-5A4C-DAA9-71D9-B4890955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64CE1-9738-D121-C88D-62E79019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EB61-7E6F-0630-3A74-0B0ED5D6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5709F-C985-612D-FCDD-7F306B1BC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7696-FA5A-1853-065A-FC4FF907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CB526-08EE-4B86-3ACF-E749DB29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FA7A5-3BC5-CFB7-BE6E-314483CD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9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785-063B-A899-0D1F-38657762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089A-4391-9FFD-F74F-484BE0437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A3F6E-F2E5-3395-81FD-DD4D91295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1ADE0-02B3-D0B4-5097-E6EEF3F3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03C7E-4267-B593-5E13-021080DE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DF3A3-4C3E-1F38-B221-16CAED00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F6E3-D128-0283-264F-CAABB33F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3E09C-4C36-BA4B-6506-6742C90D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969E0-03B1-CB91-1A45-423C313D5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6C637-F21D-0DFE-E320-B752550CA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CBC2F-BE79-A3C9-F85E-F6A921A8D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A796C-7C61-7243-ACCC-D7232722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1B800-C884-2DED-9347-06936D84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655AC-DFA9-4E5A-47D0-7C3C169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3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062E-CAD7-9267-9B0F-E38586B6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F03FD-64B3-E461-873F-87638D27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09256-8E09-05EE-FBE6-D745799A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70AC3-D913-764F-3BA0-EFE4CC36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0DB7C-50B0-D8FB-5230-FF10F3EB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16B71-8612-293D-F4C3-BE48C6EE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B1893-62ED-24B6-BEA7-9D88396B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7F34-5974-AB0C-42C8-3DDDCBAE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5CE3-DE9D-B70F-113D-49142B0A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22021-11E2-BF9F-9926-E6D727C24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42D64-1583-B028-47A6-D3FBEB3B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07D57-C37A-BCE0-EBC7-9A14C205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5A0F5-8FAC-D803-7B0B-D98E04E6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2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4CD-CE11-470B-DBB8-97DB362D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40247-7101-62F3-6084-A782E2FBF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D5CBE-30EF-C525-56A6-5367F3FCE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AE1E6-567B-4E65-4BDE-310DB7C5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03223-B370-FEDB-A7CC-570CE9B3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A85A6-5742-5702-1E93-74E22B2A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6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2689-DED2-2018-E679-88FF3612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4E4AC-34C4-CA4F-B2F0-A8FA37DA1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405F6-19A7-988E-BB82-89B3101E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F693-3A08-2072-A064-4764A9F0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C6D77-E720-6E6D-F818-4949DA19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5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FD702-3563-28E1-74FC-1DB901C3B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1CFA8-F403-B778-9C89-617371CCC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994A9-E43D-C2E2-3E54-AA4FF012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988ED-CB2C-C02F-D5F3-0A5876BA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23F8-3502-8B37-C636-DE2ADD60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2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79C46-71D1-A25F-AE7A-3446F397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C5777-B038-48DA-E92F-A41108183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6455A-B8A3-5F82-729B-3D56A6822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C157E-EB6C-6B4B-82E9-C459B81D5B5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DC44D-5D1F-21F2-7165-BDBCA98E2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F202D-03A3-7C30-C980-4F18B62E8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9DB2B-69B6-6D47-B5D3-5F672072F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6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9999-C2B7-68A7-CB4C-C3ABCFE82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itchFamily="82" charset="0"/>
              </a:rPr>
              <a:t>About My self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D1BE4CC-BE6E-C684-566F-4E7D54B9A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Umer Mustaqeem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694E2B-3875-4496-DC23-2AE889DE6D6C}"/>
              </a:ext>
            </a:extLst>
          </p:cNvPr>
          <p:cNvCxnSpPr>
            <a:cxnSpLocks/>
          </p:cNvCxnSpPr>
          <p:nvPr/>
        </p:nvCxnSpPr>
        <p:spPr>
          <a:xfrm flipV="1">
            <a:off x="6096000" y="4429919"/>
            <a:ext cx="0" cy="337462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65923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1EA9-D972-07D9-75BE-D98A4ABE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875" y="1250154"/>
            <a:ext cx="4236246" cy="743150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7384-9359-7706-883D-A32137BC1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488" y="1993304"/>
            <a:ext cx="6627019" cy="287139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Name is Muhammad Umer.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Father Name is Muhammad Mustaqeem.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am 13 Years Old.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study in Class 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Boys Secondary School, Karachi.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51B0CB-67D9-07C2-DAF4-DA3D44CCF2E7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6095997" y="-1214438"/>
            <a:ext cx="1" cy="246459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CF7FB3-A9B5-B386-AE04-8D7FDD5B3C70}"/>
              </a:ext>
            </a:extLst>
          </p:cNvPr>
          <p:cNvCxnSpPr>
            <a:cxnSpLocks/>
          </p:cNvCxnSpPr>
          <p:nvPr/>
        </p:nvCxnSpPr>
        <p:spPr>
          <a:xfrm flipH="1">
            <a:off x="9609812" y="3428999"/>
            <a:ext cx="3151078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3896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1EF3-E82D-F249-595B-6B81EF4A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5124" y="1879848"/>
            <a:ext cx="3180731" cy="745446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My family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6C3AD-44CD-4769-4FCE-390A0E16B175}"/>
              </a:ext>
            </a:extLst>
          </p:cNvPr>
          <p:cNvSpPr txBox="1"/>
          <p:nvPr/>
        </p:nvSpPr>
        <p:spPr>
          <a:xfrm>
            <a:off x="3375124" y="2521059"/>
            <a:ext cx="54417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live in a loving and caring Family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Father is a Goldsmith.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Mother is a Housewife.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have one Elder Brother.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027CC9-1F79-6649-D76C-9389619232C6}"/>
              </a:ext>
            </a:extLst>
          </p:cNvPr>
          <p:cNvCxnSpPr>
            <a:cxnSpLocks/>
          </p:cNvCxnSpPr>
          <p:nvPr/>
        </p:nvCxnSpPr>
        <p:spPr>
          <a:xfrm flipH="1">
            <a:off x="0" y="3406758"/>
            <a:ext cx="3151078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A6A723-64F7-4A05-BCB3-D221985C50EF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8816876" y="3428999"/>
            <a:ext cx="3944014" cy="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5207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A10F-5F75-5D20-9963-5326195E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1387" y="1012955"/>
            <a:ext cx="7859316" cy="6016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itchFamily="82" charset="0"/>
              </a:rPr>
              <a:t>My education/School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9C3D3-5395-BCA2-0AD1-F1CABD57E96B}"/>
              </a:ext>
            </a:extLst>
          </p:cNvPr>
          <p:cNvSpPr txBox="1"/>
          <p:nvPr/>
        </p:nvSpPr>
        <p:spPr>
          <a:xfrm>
            <a:off x="3011387" y="1614618"/>
            <a:ext cx="6169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study in Class 8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 School.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 is Science.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want to take Science Field in class 9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Boards.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am doing CIT Course at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BanoQabil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 have learned that how to Use Microsoft Word, Excel, and PowerPoint.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0E82CE-2F10-7298-05C8-AFB27C10F9F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-252704" y="3384333"/>
            <a:ext cx="3264091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190FFA-38A0-341A-0F89-47A80E7D445A}"/>
              </a:ext>
            </a:extLst>
          </p:cNvPr>
          <p:cNvCxnSpPr>
            <a:cxnSpLocks/>
          </p:cNvCxnSpPr>
          <p:nvPr/>
        </p:nvCxnSpPr>
        <p:spPr>
          <a:xfrm flipV="1">
            <a:off x="6096000" y="5154048"/>
            <a:ext cx="0" cy="31301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4743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36B8-2D5A-0B49-76E4-5A4E27BE5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404" y="1579055"/>
            <a:ext cx="7002062" cy="760016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My Interests &amp; Hobbies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D6BC1-070C-FFCC-5CA8-72823435973C}"/>
              </a:ext>
            </a:extLst>
          </p:cNvPr>
          <p:cNvSpPr txBox="1"/>
          <p:nvPr/>
        </p:nvSpPr>
        <p:spPr>
          <a:xfrm>
            <a:off x="3136404" y="2339071"/>
            <a:ext cx="61692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hobbies include Drawing, Writing, Gardening etc.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am interested in Science experiments, Chemistry, Editing videos, creating Designs, Drawing, and Art &amp; Craft.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My free time, I use mobile and try to learn new things.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6CE9C5-6CB9-4984-23BC-B17CF14EC6CA}"/>
              </a:ext>
            </a:extLst>
          </p:cNvPr>
          <p:cNvCxnSpPr>
            <a:cxnSpLocks/>
          </p:cNvCxnSpPr>
          <p:nvPr/>
        </p:nvCxnSpPr>
        <p:spPr>
          <a:xfrm flipV="1">
            <a:off x="6286501" y="-1565069"/>
            <a:ext cx="0" cy="313013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782BFA-CC06-3126-A16E-16CFD32AB1C7}"/>
              </a:ext>
            </a:extLst>
          </p:cNvPr>
          <p:cNvCxnSpPr>
            <a:cxnSpLocks/>
          </p:cNvCxnSpPr>
          <p:nvPr/>
        </p:nvCxnSpPr>
        <p:spPr>
          <a:xfrm flipH="1">
            <a:off x="10138466" y="3554016"/>
            <a:ext cx="2553891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62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5097-F206-9B00-E4AF-C4B352B6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18442"/>
            <a:ext cx="10515600" cy="1325563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Role Model/Inspiration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BC463-55EB-23B5-7AFC-423A5B78BBEC}"/>
              </a:ext>
            </a:extLst>
          </p:cNvPr>
          <p:cNvSpPr txBox="1"/>
          <p:nvPr/>
        </p:nvSpPr>
        <p:spPr>
          <a:xfrm>
            <a:off x="3011387" y="2044005"/>
            <a:ext cx="67219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 a Muslim, My biggest Inspiration and Role Model is Our Prophet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Hazrat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Muhammad S.A.W.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am also inspired by: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Christiano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Ronaldo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Elon Musk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Mustafa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Hanif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91C45C-9F0A-CBFC-A02C-B69366EC0BB0}"/>
              </a:ext>
            </a:extLst>
          </p:cNvPr>
          <p:cNvCxnSpPr>
            <a:cxnSpLocks/>
          </p:cNvCxnSpPr>
          <p:nvPr/>
        </p:nvCxnSpPr>
        <p:spPr>
          <a:xfrm flipH="1">
            <a:off x="-327128" y="3429000"/>
            <a:ext cx="2773862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490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B6F0-65D3-C308-65D8-849FE97B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93" y="72559"/>
            <a:ext cx="10515600" cy="1325563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My Qualities/Strengths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3D78C7-4446-A653-C8C8-826838E993AD}"/>
              </a:ext>
            </a:extLst>
          </p:cNvPr>
          <p:cNvSpPr/>
          <p:nvPr/>
        </p:nvSpPr>
        <p:spPr>
          <a:xfrm>
            <a:off x="-687885" y="2413561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Humanity and 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Heart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E524BA-F131-5A71-AC08-FB3673D1FCB0}"/>
              </a:ext>
            </a:extLst>
          </p:cNvPr>
          <p:cNvSpPr/>
          <p:nvPr/>
        </p:nvSpPr>
        <p:spPr>
          <a:xfrm>
            <a:off x="3955553" y="1398122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Faith in Allah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40E7A8-CDCC-0174-B4F7-D3AC6ECA60BC}"/>
              </a:ext>
            </a:extLst>
          </p:cNvPr>
          <p:cNvSpPr/>
          <p:nvPr/>
        </p:nvSpPr>
        <p:spPr>
          <a:xfrm>
            <a:off x="8349551" y="2413561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Ability to Learn quickly.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ED3140-4F40-B814-A827-0BC2CDE71137}"/>
              </a:ext>
            </a:extLst>
          </p:cNvPr>
          <p:cNvSpPr/>
          <p:nvPr/>
        </p:nvSpPr>
        <p:spPr>
          <a:xfrm>
            <a:off x="-687885" y="3631078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Honesty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445719-0D91-4BF4-137C-2DA19B4A6A57}"/>
              </a:ext>
            </a:extLst>
          </p:cNvPr>
          <p:cNvSpPr/>
          <p:nvPr/>
        </p:nvSpPr>
        <p:spPr>
          <a:xfrm>
            <a:off x="8349550" y="3631078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Curious, Creative &amp; Intelligent Mind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420F51-BAC8-D071-301E-5F5A233B6ECE}"/>
              </a:ext>
            </a:extLst>
          </p:cNvPr>
          <p:cNvSpPr/>
          <p:nvPr/>
        </p:nvSpPr>
        <p:spPr>
          <a:xfrm>
            <a:off x="-687885" y="4848595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Attention to Detail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D0433F-C3DE-5B82-D5D2-9C9272B31F66}"/>
              </a:ext>
            </a:extLst>
          </p:cNvPr>
          <p:cNvSpPr/>
          <p:nvPr/>
        </p:nvSpPr>
        <p:spPr>
          <a:xfrm>
            <a:off x="8349549" y="4848595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 Confident, Loving, and Caring Personality</a:t>
            </a:r>
          </a:p>
        </p:txBody>
      </p:sp>
    </p:spTree>
    <p:extLst>
      <p:ext uri="{BB962C8B-B14F-4D97-AF65-F5344CB8AC3E}">
        <p14:creationId xmlns:p14="http://schemas.microsoft.com/office/powerpoint/2010/main" val="414468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12E5-F2B4-0728-90F2-F8C50BD2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itchFamily="82" charset="0"/>
                <a:ea typeface="Abadi Extra Light" panose="02000000000000000000" pitchFamily="2" charset="0"/>
              </a:rPr>
              <a:t>My Weaknesses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E2E415-D9B6-3093-24A7-27D3F7F71393}"/>
              </a:ext>
            </a:extLst>
          </p:cNvPr>
          <p:cNvSpPr/>
          <p:nvPr/>
        </p:nvSpPr>
        <p:spPr>
          <a:xfrm>
            <a:off x="4708822" y="1690688"/>
            <a:ext cx="2774352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Laziness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416FF7-52D4-0C67-B394-F8BE65EDDA46}"/>
              </a:ext>
            </a:extLst>
          </p:cNvPr>
          <p:cNvSpPr/>
          <p:nvPr/>
        </p:nvSpPr>
        <p:spPr>
          <a:xfrm>
            <a:off x="3955551" y="3016251"/>
            <a:ext cx="4280893" cy="9144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Inconsistency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0CD04E-BC85-C90B-C1C1-8C29E72DAC46}"/>
              </a:ext>
            </a:extLst>
          </p:cNvPr>
          <p:cNvSpPr/>
          <p:nvPr/>
        </p:nvSpPr>
        <p:spPr>
          <a:xfrm>
            <a:off x="3413092" y="4341814"/>
            <a:ext cx="5365810" cy="100882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Poor Time Management.</a:t>
            </a:r>
          </a:p>
        </p:txBody>
      </p:sp>
    </p:spTree>
    <p:extLst>
      <p:ext uri="{BB962C8B-B14F-4D97-AF65-F5344CB8AC3E}">
        <p14:creationId xmlns:p14="http://schemas.microsoft.com/office/powerpoint/2010/main" val="376182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BF0B-9D20-AE52-4E5C-0E082060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668734"/>
            <a:ext cx="10515600" cy="1325563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My Goals/Future Plans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ED434-69CF-386E-0759-717C05B130F5}"/>
              </a:ext>
            </a:extLst>
          </p:cNvPr>
          <p:cNvSpPr txBox="1"/>
          <p:nvPr/>
        </p:nvSpPr>
        <p:spPr>
          <a:xfrm>
            <a:off x="3011388" y="2305615"/>
            <a:ext cx="61692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want to become a Scientist in Future.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But for now, I want to start my career as a Freelancer.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want to serve as a Graphic Designer and Video Editor in Freelancing.</a:t>
            </a:r>
          </a:p>
        </p:txBody>
      </p:sp>
    </p:spTree>
    <p:extLst>
      <p:ext uri="{BB962C8B-B14F-4D97-AF65-F5344CB8AC3E}">
        <p14:creationId xmlns:p14="http://schemas.microsoft.com/office/powerpoint/2010/main" val="50904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DC8F-D19B-27AE-04F0-B10628B1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itchFamily="82" charset="0"/>
              </a:rPr>
              <a:t>My Achievements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DC463-EE43-5DCC-1AE7-4C35B7E799F3}"/>
              </a:ext>
            </a:extLst>
          </p:cNvPr>
          <p:cNvSpPr txBox="1"/>
          <p:nvPr/>
        </p:nvSpPr>
        <p:spPr>
          <a:xfrm>
            <a:off x="3011388" y="1874728"/>
            <a:ext cx="61692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am a Topper in My School.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have recently held the 1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 in 7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was a Gold Medalist at HRCA Art Competition.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have participated and won so many Art Competitions.</a:t>
            </a:r>
          </a:p>
        </p:txBody>
      </p:sp>
    </p:spTree>
    <p:extLst>
      <p:ext uri="{BB962C8B-B14F-4D97-AF65-F5344CB8AC3E}">
        <p14:creationId xmlns:p14="http://schemas.microsoft.com/office/powerpoint/2010/main" val="1303276918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9848-3E7E-8D9D-71D0-295C4095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itchFamily="82" charset="0"/>
              </a:rPr>
              <a:t>Conclusion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F2398-F440-5651-3A96-981237A03338}"/>
              </a:ext>
            </a:extLst>
          </p:cNvPr>
          <p:cNvSpPr txBox="1"/>
          <p:nvPr/>
        </p:nvSpPr>
        <p:spPr>
          <a:xfrm>
            <a:off x="2896672" y="2551837"/>
            <a:ext cx="63986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 believe in this quote: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♦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best way to do great work is to love what you do.”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62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781F-2227-0025-E722-D252F62F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623" y="2888258"/>
            <a:ext cx="5644753" cy="1081484"/>
          </a:xfrm>
        </p:spPr>
        <p:txBody>
          <a:bodyPr/>
          <a:lstStyle/>
          <a:p>
            <a:r>
              <a:rPr lang="en-US" dirty="0">
                <a:latin typeface="Algerian" pitchFamily="82" charset="0"/>
              </a:rPr>
              <a:t>Thank You so Much</a:t>
            </a:r>
          </a:p>
        </p:txBody>
      </p:sp>
    </p:spTree>
    <p:extLst>
      <p:ext uri="{BB962C8B-B14F-4D97-AF65-F5344CB8AC3E}">
        <p14:creationId xmlns:p14="http://schemas.microsoft.com/office/powerpoint/2010/main" val="981619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About My self</vt:lpstr>
      <vt:lpstr>Introduction</vt:lpstr>
      <vt:lpstr>My family</vt:lpstr>
      <vt:lpstr>My education/School life</vt:lpstr>
      <vt:lpstr>My Interests &amp; Hobbies</vt:lpstr>
      <vt:lpstr>Role Model/Inspiration</vt:lpstr>
      <vt:lpstr>My Qualities/Strengths</vt:lpstr>
      <vt:lpstr>My Weaknesses</vt:lpstr>
      <vt:lpstr>My Goals/Future Plans</vt:lpstr>
      <vt:lpstr>My Achievements</vt:lpstr>
      <vt:lpstr>Conclusion </vt:lpstr>
      <vt:lpstr>Thank You so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My self</dc:title>
  <dc:creator>Umar Mustaqeem</dc:creator>
  <cp:lastModifiedBy>Umar Mustaqeem</cp:lastModifiedBy>
  <cp:revision>7</cp:revision>
  <dcterms:created xsi:type="dcterms:W3CDTF">2025-09-26T15:11:25Z</dcterms:created>
  <dcterms:modified xsi:type="dcterms:W3CDTF">2025-09-27T12:47:12Z</dcterms:modified>
</cp:coreProperties>
</file>